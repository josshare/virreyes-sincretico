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B1B3A"/>
          </a:solidFill>
          <a:ln/>
        </p:spPr>
      </p:sp>
      <p:pic>
        <p:nvPicPr>
          <p:cNvPr id="3" name="Image 0" descr="/tmp/virreyes-pptx/assets/hero-stre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58968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Shape 2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13284F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502920" y="1325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VIRREYES-SINCRETICO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02920" y="18745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PASSPORT &amp;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REWARDS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502920" y="301752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 awarded by social contribution to the local economy of the places you visit, and redeemed in the hotel like points.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3886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B4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Web3-powered cultural experience that rewards travelers while boosting local communities.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042416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96012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tour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457200" y="1581912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16642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1581912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checkpoints and support local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457200" y="2203704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28600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203704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challenges with social impact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457200" y="2825496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290779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2825496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tokens for your contribution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457200" y="3447288"/>
            <a:ext cx="438912" cy="438912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3529584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3447288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 tokens at the hotel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5212080" y="960120"/>
            <a:ext cx="3474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5212080" y="96012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3"/>
          <p:cNvSpPr/>
          <p:nvPr/>
        </p:nvSpPr>
        <p:spPr>
          <a:xfrm>
            <a:off x="5486400" y="11887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digital passport as you explore.</a:t>
            </a:r>
            <a:endParaRPr lang="en-US" sz="1600" dirty="0"/>
          </a:p>
        </p:txBody>
      </p:sp>
      <p:sp>
        <p:nvSpPr>
          <p:cNvPr id="21" name="Shape 14"/>
          <p:cNvSpPr/>
          <p:nvPr/>
        </p:nvSpPr>
        <p:spPr>
          <a:xfrm>
            <a:off x="5212080" y="2514600"/>
            <a:ext cx="3474720" cy="1371600"/>
          </a:xfrm>
          <a:prstGeom prst="rect">
            <a:avLst/>
          </a:prstGeom>
          <a:solidFill>
            <a:srgbClr val="0B1B3A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5212080" y="2514600"/>
            <a:ext cx="91440" cy="13716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3" name="Text 16"/>
          <p:cNvSpPr/>
          <p:nvPr/>
        </p:nvSpPr>
        <p:spPr>
          <a:xfrm>
            <a:off x="5486400" y="2743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D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that benefits the local economy earns you tokens.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CORE ROLES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19065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1906524" cy="91440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5" name="Shape 3"/>
          <p:cNvSpPr/>
          <p:nvPr/>
        </p:nvSpPr>
        <p:spPr>
          <a:xfrm>
            <a:off x="1081278" y="1463040"/>
            <a:ext cx="658368" cy="658368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7582" y="160934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31720"/>
            <a:ext cx="168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603504" y="2788920"/>
            <a:ext cx="16139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Books tours, completes challenges that support locals and earns tokens.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4892" y="1051560"/>
            <a:ext cx="19065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64892" y="1051560"/>
            <a:ext cx="1906524" cy="914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1" name="Shape 8"/>
          <p:cNvSpPr/>
          <p:nvPr/>
        </p:nvSpPr>
        <p:spPr>
          <a:xfrm>
            <a:off x="3188970" y="1463040"/>
            <a:ext cx="658368" cy="658368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5274" y="1609344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74620" y="2331720"/>
            <a:ext cx="168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2711196" y="2788920"/>
            <a:ext cx="16139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tourists at the start and supports them during the tour.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672584" y="1051560"/>
            <a:ext cx="19065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72584" y="1051560"/>
            <a:ext cx="1906524" cy="91440"/>
          </a:xfrm>
          <a:prstGeom prst="rect">
            <a:avLst/>
          </a:prstGeom>
          <a:solidFill>
            <a:srgbClr val="2F9E6B"/>
          </a:solidFill>
          <a:ln/>
        </p:spPr>
      </p:sp>
      <p:sp>
        <p:nvSpPr>
          <p:cNvPr id="17" name="Shape 13"/>
          <p:cNvSpPr/>
          <p:nvPr/>
        </p:nvSpPr>
        <p:spPr>
          <a:xfrm>
            <a:off x="5296662" y="1463040"/>
            <a:ext cx="658368" cy="658368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2966" y="1609344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782312" y="2331720"/>
            <a:ext cx="168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Staff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4818888" y="2788920"/>
            <a:ext cx="16139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Redeems tokens for perks and enhances guest experience.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780276" y="1051560"/>
            <a:ext cx="1906524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780276" y="1051560"/>
            <a:ext cx="1906524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Shape 18"/>
          <p:cNvSpPr/>
          <p:nvPr/>
        </p:nvSpPr>
        <p:spPr>
          <a:xfrm>
            <a:off x="7404354" y="1463040"/>
            <a:ext cx="658368" cy="658368"/>
          </a:xfrm>
          <a:prstGeom prst="ellipse">
            <a:avLst/>
          </a:prstGeom>
          <a:solidFill>
            <a:srgbClr val="F7F5F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658" y="1609344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890004" y="2331720"/>
            <a:ext cx="1687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926580" y="2788920"/>
            <a:ext cx="161391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tours, checkpoints, rewards and views dashboards.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PASSPORT FLOW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1229868" y="1417320"/>
            <a:ext cx="868680" cy="868680"/>
          </a:xfrm>
          <a:prstGeom prst="ellipse">
            <a:avLst/>
          </a:prstGeom>
          <a:solidFill>
            <a:srgbClr val="E85D4C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1618488"/>
            <a:ext cx="466344" cy="46634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263140" y="1751076"/>
            <a:ext cx="256032" cy="201168"/>
          </a:xfrm>
          <a:prstGeom prst="rightArrow">
            <a:avLst/>
          </a:prstGeom>
          <a:solidFill>
            <a:srgbClr val="B8BFC9"/>
          </a:solidFill>
          <a:ln/>
        </p:spPr>
      </p:sp>
      <p:sp>
        <p:nvSpPr>
          <p:cNvPr id="6" name="Text 3"/>
          <p:cNvSpPr/>
          <p:nvPr/>
        </p:nvSpPr>
        <p:spPr>
          <a:xfrm>
            <a:off x="1092708" y="24871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tour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683764" y="1417320"/>
            <a:ext cx="868680" cy="868680"/>
          </a:xfrm>
          <a:prstGeom prst="ellipse">
            <a:avLst/>
          </a:prstGeom>
          <a:solidFill>
            <a:srgbClr val="6B4E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932" y="1618488"/>
            <a:ext cx="466344" cy="46634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717036" y="1751076"/>
            <a:ext cx="256032" cy="201168"/>
          </a:xfrm>
          <a:prstGeom prst="rightArrow">
            <a:avLst/>
          </a:prstGeom>
          <a:solidFill>
            <a:srgbClr val="B8BFC9"/>
          </a:solidFill>
          <a:ln/>
        </p:spPr>
      </p:sp>
      <p:sp>
        <p:nvSpPr>
          <p:cNvPr id="10" name="Text 6"/>
          <p:cNvSpPr/>
          <p:nvPr/>
        </p:nvSpPr>
        <p:spPr>
          <a:xfrm>
            <a:off x="2546604" y="24871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locals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137660" y="1417320"/>
            <a:ext cx="868680" cy="868680"/>
          </a:xfrm>
          <a:prstGeom prst="ellipse">
            <a:avLst/>
          </a:prstGeom>
          <a:solidFill>
            <a:srgbClr val="2F9E6B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1618488"/>
            <a:ext cx="466344" cy="46634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170932" y="1751076"/>
            <a:ext cx="256032" cy="201168"/>
          </a:xfrm>
          <a:prstGeom prst="rightArrow">
            <a:avLst/>
          </a:prstGeom>
          <a:solidFill>
            <a:srgbClr val="B8BFC9"/>
          </a:solidFill>
          <a:ln/>
        </p:spPr>
      </p:sp>
      <p:sp>
        <p:nvSpPr>
          <p:cNvPr id="14" name="Text 9"/>
          <p:cNvSpPr/>
          <p:nvPr/>
        </p:nvSpPr>
        <p:spPr>
          <a:xfrm>
            <a:off x="4000500" y="24871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591556" y="1417320"/>
            <a:ext cx="868680" cy="868680"/>
          </a:xfrm>
          <a:prstGeom prst="ellipse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1618488"/>
            <a:ext cx="466344" cy="46634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624828" y="1751076"/>
            <a:ext cx="256032" cy="201168"/>
          </a:xfrm>
          <a:prstGeom prst="rightArrow">
            <a:avLst/>
          </a:prstGeom>
          <a:solidFill>
            <a:srgbClr val="B8BFC9"/>
          </a:solidFill>
          <a:ln/>
        </p:spPr>
      </p:sp>
      <p:sp>
        <p:nvSpPr>
          <p:cNvPr id="18" name="Text 12"/>
          <p:cNvSpPr/>
          <p:nvPr/>
        </p:nvSpPr>
        <p:spPr>
          <a:xfrm>
            <a:off x="5454396" y="24871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Tokens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7045452" y="1417320"/>
            <a:ext cx="868680" cy="868680"/>
          </a:xfrm>
          <a:prstGeom prst="ellipse">
            <a:avLst/>
          </a:prstGeom>
          <a:solidFill>
            <a:srgbClr val="3B82F6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6620" y="1618488"/>
            <a:ext cx="466344" cy="4663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908292" y="2487168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457200" y="36576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0B1B3A"/>
          </a:solidFill>
          <a:ln/>
        </p:spPr>
      </p:sp>
      <p:sp>
        <p:nvSpPr>
          <p:cNvPr id="23" name="Text 16"/>
          <p:cNvSpPr/>
          <p:nvPr/>
        </p:nvSpPr>
        <p:spPr>
          <a:xfrm>
            <a:off x="731520" y="3749040"/>
            <a:ext cx="7680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D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Tokens (SNT) are awarded by social contribution to the local economy and are redeemable in the hotel like points.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 (MVP)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87552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144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 catalog &amp; real-time capacity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99032"/>
            <a:ext cx="237744" cy="2377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22960" y="13258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passport with checkpoints</a:t>
            </a:r>
            <a:endParaRPr lang="en-US" sz="14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10512"/>
            <a:ext cx="237744" cy="2377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22960" y="1737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arrival (GPS ready)</a:t>
            </a:r>
            <a:endParaRPr lang="en-US" sz="14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221992"/>
            <a:ext cx="237744" cy="23774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22960" y="21488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that generate social impact</a:t>
            </a:r>
            <a:endParaRPr lang="en-US" sz="14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633472"/>
            <a:ext cx="237744" cy="23774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822960" y="25603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 awarded for contribution</a:t>
            </a:r>
            <a:endParaRPr lang="en-US" sz="140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44952"/>
            <a:ext cx="237744" cy="23774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822960" y="297180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code for identity &amp; balance</a:t>
            </a:r>
            <a:endParaRPr lang="en-US" sz="14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456432"/>
            <a:ext cx="237744" cy="237744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822960" y="33832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Redeem tokens at hotel (burn tokens)</a:t>
            </a:r>
            <a:endParaRPr lang="en-US" sz="1400" dirty="0"/>
          </a:p>
        </p:txBody>
      </p:sp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3867912"/>
            <a:ext cx="237744" cy="23774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822960" y="37947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dashboards (sales &amp; tokens)</a:t>
            </a:r>
            <a:endParaRPr lang="en-US" sz="1400" dirty="0"/>
          </a:p>
        </p:txBody>
      </p:sp>
      <p:sp>
        <p:nvSpPr>
          <p:cNvPr id="19" name="Shape 9"/>
          <p:cNvSpPr/>
          <p:nvPr/>
        </p:nvSpPr>
        <p:spPr>
          <a:xfrm>
            <a:off x="5212080" y="91440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0"/>
          <p:cNvSpPr/>
          <p:nvPr/>
        </p:nvSpPr>
        <p:spPr>
          <a:xfrm>
            <a:off x="544068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Passport</a:t>
            </a:r>
            <a:endParaRPr lang="en-US" sz="1600" dirty="0"/>
          </a:p>
        </p:txBody>
      </p:sp>
      <p:sp>
        <p:nvSpPr>
          <p:cNvPr id="21" name="Text 11"/>
          <p:cNvSpPr/>
          <p:nvPr/>
        </p:nvSpPr>
        <p:spPr>
          <a:xfrm>
            <a:off x="5440680" y="1600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Zocalo</a:t>
            </a:r>
            <a:endParaRPr lang="en-US" sz="1200" dirty="0"/>
          </a:p>
        </p:txBody>
      </p:sp>
      <p:sp>
        <p:nvSpPr>
          <p:cNvPr id="22" name="Text 12"/>
          <p:cNvSpPr/>
          <p:nvPr/>
        </p:nvSpPr>
        <p:spPr>
          <a:xfrm>
            <a:off x="7543800" y="16002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SNT</a:t>
            </a:r>
            <a:endParaRPr lang="en-US" sz="1100" dirty="0"/>
          </a:p>
        </p:txBody>
      </p:sp>
      <p:sp>
        <p:nvSpPr>
          <p:cNvPr id="23" name="Text 13"/>
          <p:cNvSpPr/>
          <p:nvPr/>
        </p:nvSpPr>
        <p:spPr>
          <a:xfrm>
            <a:off x="5440680" y="20391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Artisan Market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7543800" y="203911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SNT</a:t>
            </a:r>
            <a:endParaRPr lang="en-US" sz="1100" dirty="0"/>
          </a:p>
        </p:txBody>
      </p:sp>
      <p:sp>
        <p:nvSpPr>
          <p:cNvPr id="25" name="Text 15"/>
          <p:cNvSpPr/>
          <p:nvPr/>
        </p:nvSpPr>
        <p:spPr>
          <a:xfrm>
            <a:off x="5440680" y="2478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Coyoacan Neighborhood</a:t>
            </a:r>
            <a:endParaRPr lang="en-US" sz="1200" dirty="0"/>
          </a:p>
        </p:txBody>
      </p:sp>
      <p:sp>
        <p:nvSpPr>
          <p:cNvPr id="26" name="Text 16"/>
          <p:cNvSpPr/>
          <p:nvPr/>
        </p:nvSpPr>
        <p:spPr>
          <a:xfrm>
            <a:off x="7543800" y="24780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SNT</a:t>
            </a:r>
            <a:endParaRPr lang="en-US" sz="1100" dirty="0"/>
          </a:p>
        </p:txBody>
      </p:sp>
      <p:sp>
        <p:nvSpPr>
          <p:cNvPr id="27" name="Text 17"/>
          <p:cNvSpPr/>
          <p:nvPr/>
        </p:nvSpPr>
        <p:spPr>
          <a:xfrm>
            <a:off x="5440680" y="29169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 Center Walk</a:t>
            </a:r>
            <a:endParaRPr lang="en-US" sz="1200" dirty="0"/>
          </a:p>
        </p:txBody>
      </p:sp>
      <p:sp>
        <p:nvSpPr>
          <p:cNvPr id="28" name="Text 18"/>
          <p:cNvSpPr/>
          <p:nvPr/>
        </p:nvSpPr>
        <p:spPr>
          <a:xfrm>
            <a:off x="7543800" y="291693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SNT</a:t>
            </a:r>
            <a:endParaRPr lang="en-US" sz="1100" dirty="0"/>
          </a:p>
        </p:txBody>
      </p:sp>
      <p:sp>
        <p:nvSpPr>
          <p:cNvPr id="29" name="Text 19"/>
          <p:cNvSpPr/>
          <p:nvPr/>
        </p:nvSpPr>
        <p:spPr>
          <a:xfrm>
            <a:off x="5440680" y="33558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Chapultepec Castle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7543800" y="3355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9E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 SNT</a:t>
            </a:r>
            <a:endParaRPr lang="en-US" sz="1100" dirty="0"/>
          </a:p>
        </p:txBody>
      </p:sp>
      <p:sp>
        <p:nvSpPr>
          <p:cNvPr id="31" name="Text 21"/>
          <p:cNvSpPr/>
          <p:nvPr/>
        </p:nvSpPr>
        <p:spPr>
          <a:xfrm>
            <a:off x="5440680" y="38862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 Completed</a:t>
            </a:r>
            <a:endParaRPr lang="en-US" sz="1200" dirty="0"/>
          </a:p>
        </p:txBody>
      </p:sp>
      <p:sp>
        <p:nvSpPr>
          <p:cNvPr id="32" name="Text 22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 &amp; TOKEN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078992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7280" y="10149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ERC-20 Token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097280" y="12161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Sincretico Token (SNT)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57200" y="1618488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73736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97280" y="167335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097280" y="1874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operator only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276856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3957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3317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Burn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097280" y="2532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redemption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57200" y="2935224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054096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97280" y="29900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972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 Amoy Testnet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457200" y="3593592"/>
            <a:ext cx="457200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3712464"/>
            <a:ext cx="329184" cy="32918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97280" y="3648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1097280" y="38496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verifiable transactions on-chain</a:t>
            </a:r>
            <a:endParaRPr lang="en-US" sz="1400" dirty="0"/>
          </a:p>
        </p:txBody>
      </p:sp>
      <p:pic>
        <p:nvPicPr>
          <p:cNvPr id="23" name="Image 5" descr="/tmp/virreyes-pptx/assets/snt-token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86400" y="1097280"/>
            <a:ext cx="3108960" cy="31089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 EXAMPLES (REDEEM IN HOTEL)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590800" cy="1234440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5" name="Shape 3"/>
          <p:cNvSpPr/>
          <p:nvPr/>
        </p:nvSpPr>
        <p:spPr>
          <a:xfrm>
            <a:off x="1432560" y="13441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9720" y="14813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56032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 Night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3,000 SNT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3276600" y="1051560"/>
            <a:ext cx="2590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76600" y="1051560"/>
            <a:ext cx="2590800" cy="1234440"/>
          </a:xfrm>
          <a:prstGeom prst="rect">
            <a:avLst/>
          </a:prstGeom>
          <a:solidFill>
            <a:srgbClr val="E85D4C"/>
          </a:solidFill>
          <a:ln/>
        </p:spPr>
      </p:sp>
      <p:sp>
        <p:nvSpPr>
          <p:cNvPr id="11" name="Shape 8"/>
          <p:cNvSpPr/>
          <p:nvPr/>
        </p:nvSpPr>
        <p:spPr>
          <a:xfrm>
            <a:off x="4251960" y="13441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4813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459480" y="256032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Gourmet Dinner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459480" y="306324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1,500 SNT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6096000" y="1051560"/>
            <a:ext cx="25908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96000" y="1051560"/>
            <a:ext cx="2590800" cy="1234440"/>
          </a:xfrm>
          <a:prstGeom prst="rect">
            <a:avLst/>
          </a:prstGeom>
          <a:solidFill>
            <a:srgbClr val="2F9E6B"/>
          </a:solidFill>
          <a:ln/>
        </p:spPr>
      </p:sp>
      <p:sp>
        <p:nvSpPr>
          <p:cNvPr id="17" name="Shape 13"/>
          <p:cNvSpPr/>
          <p:nvPr/>
        </p:nvSpPr>
        <p:spPr>
          <a:xfrm>
            <a:off x="7071360" y="1344168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8520" y="148132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278880" y="2560320"/>
            <a:ext cx="222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Upgrade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278880" y="3063240"/>
            <a:ext cx="222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2,500 SNT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5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Redeem your tokens in the hotel for unforgettable experiences.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0908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243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Tours</a:t>
            </a:r>
            <a:endParaRPr lang="en-US" sz="1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00784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1645920"/>
            <a:ext cx="192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Mexico City Tour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49424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2194560"/>
            <a:ext cx="192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Coyoacan Experience</a:t>
            </a:r>
            <a:endParaRPr lang="en-US" sz="13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98064"/>
            <a:ext cx="237744" cy="237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0120" y="2743200"/>
            <a:ext cx="192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 Center Walk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46704"/>
            <a:ext cx="237744" cy="23774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60120" y="3291840"/>
            <a:ext cx="1923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Frida Kahlo Tour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3267456" y="1005840"/>
            <a:ext cx="260908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3450336" y="1188720"/>
            <a:ext cx="2243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450336" y="1645920"/>
            <a:ext cx="2243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30 days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3450336" y="2057400"/>
            <a:ext cx="2243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$24,560</a:t>
            </a:r>
            <a:endParaRPr lang="en-US" sz="3400" dirty="0"/>
          </a:p>
        </p:txBody>
      </p:sp>
      <p:sp>
        <p:nvSpPr>
          <p:cNvPr id="17" name="Shape 11"/>
          <p:cNvSpPr/>
          <p:nvPr/>
        </p:nvSpPr>
        <p:spPr>
          <a:xfrm>
            <a:off x="3538728" y="3376422"/>
            <a:ext cx="365760" cy="555498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8" name="Shape 12"/>
          <p:cNvSpPr/>
          <p:nvPr/>
        </p:nvSpPr>
        <p:spPr>
          <a:xfrm>
            <a:off x="4105656" y="3166567"/>
            <a:ext cx="365760" cy="765353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19" name="Shape 13"/>
          <p:cNvSpPr/>
          <p:nvPr/>
        </p:nvSpPr>
        <p:spPr>
          <a:xfrm>
            <a:off x="4672584" y="3067812"/>
            <a:ext cx="365760" cy="864108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0" name="Shape 14"/>
          <p:cNvSpPr/>
          <p:nvPr/>
        </p:nvSpPr>
        <p:spPr>
          <a:xfrm>
            <a:off x="5239512" y="2820924"/>
            <a:ext cx="365760" cy="1110996"/>
          </a:xfrm>
          <a:prstGeom prst="rect">
            <a:avLst/>
          </a:prstGeom>
          <a:solidFill>
            <a:srgbClr val="6B4EFF"/>
          </a:solidFill>
          <a:ln/>
        </p:spPr>
      </p:sp>
      <p:sp>
        <p:nvSpPr>
          <p:cNvPr id="21" name="Text 15"/>
          <p:cNvSpPr/>
          <p:nvPr/>
        </p:nvSpPr>
        <p:spPr>
          <a:xfrm>
            <a:off x="3493008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W1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059936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626864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193792" y="39776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W4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077712" y="1005840"/>
            <a:ext cx="2609088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C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6260592" y="1188720"/>
            <a:ext cx="2243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Stats</a:t>
            </a:r>
            <a:endParaRPr lang="en-US" sz="1700" dirty="0"/>
          </a:p>
        </p:txBody>
      </p:sp>
      <p:sp>
        <p:nvSpPr>
          <p:cNvPr id="27" name="Text 21"/>
          <p:cNvSpPr/>
          <p:nvPr/>
        </p:nvSpPr>
        <p:spPr>
          <a:xfrm>
            <a:off x="6260592" y="1645920"/>
            <a:ext cx="2243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Minted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6260592" y="1901952"/>
            <a:ext cx="2243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128,450 SNT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6260592" y="2423160"/>
            <a:ext cx="2243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Redeemed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260592" y="2679192"/>
            <a:ext cx="2243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64,320 SNT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6260592" y="3200400"/>
            <a:ext cx="22433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Outstanding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260592" y="3456432"/>
            <a:ext cx="2243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64,130 SNT</a:t>
            </a:r>
            <a:endParaRPr lang="en-US" sz="1800" dirty="0"/>
          </a:p>
        </p:txBody>
      </p:sp>
      <p:sp>
        <p:nvSpPr>
          <p:cNvPr id="33" name="Text 27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547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1521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097280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(Tourist App)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43000" y="1316736"/>
            <a:ext cx="3086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Tailwind (PWA)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55648"/>
            <a:ext cx="39547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901952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3000" y="1847088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(Admin)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1143000" y="2066544"/>
            <a:ext cx="3086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Tailwind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57200" y="2505456"/>
            <a:ext cx="39547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65176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43000" y="2596896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1143000" y="2816352"/>
            <a:ext cx="3086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(Express)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457200" y="3255264"/>
            <a:ext cx="39547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401568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346704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143000" y="3566160"/>
            <a:ext cx="3086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4732020" y="1005840"/>
            <a:ext cx="39547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6612" y="1152144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17820" y="1097280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Blockchain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5417820" y="1316736"/>
            <a:ext cx="3086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Solidity + Hardhat | ethers.js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4732020" y="1755648"/>
            <a:ext cx="39547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6612" y="1901952"/>
            <a:ext cx="365760" cy="3657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417820" y="1847088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5417820" y="2066544"/>
            <a:ext cx="3086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Polygon Amoy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4732020" y="2505456"/>
            <a:ext cx="39547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6612" y="2651760"/>
            <a:ext cx="365760" cy="3657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5417820" y="2596896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&amp; Scanner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5417820" y="2816352"/>
            <a:ext cx="3086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qrcode + html5-qrcode</a:t>
            </a:r>
            <a:endParaRPr lang="en-US" sz="1300" dirty="0"/>
          </a:p>
        </p:txBody>
      </p:sp>
      <p:sp>
        <p:nvSpPr>
          <p:cNvPr id="31" name="Shape 22"/>
          <p:cNvSpPr/>
          <p:nvPr/>
        </p:nvSpPr>
        <p:spPr>
          <a:xfrm>
            <a:off x="4732020" y="3255264"/>
            <a:ext cx="395478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6612" y="3401568"/>
            <a:ext cx="365760" cy="36576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417820" y="3346704"/>
            <a:ext cx="30861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1100" dirty="0"/>
          </a:p>
        </p:txBody>
      </p:sp>
      <p:sp>
        <p:nvSpPr>
          <p:cNvPr id="34" name="Text 24"/>
          <p:cNvSpPr/>
          <p:nvPr/>
        </p:nvSpPr>
        <p:spPr>
          <a:xfrm>
            <a:off x="5417820" y="3566160"/>
            <a:ext cx="30861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transactions</a:t>
            </a:r>
            <a:endParaRPr lang="en-US" sz="1300" dirty="0"/>
          </a:p>
        </p:txBody>
      </p:sp>
      <p:sp>
        <p:nvSpPr>
          <p:cNvPr id="35" name="Shape 25"/>
          <p:cNvSpPr/>
          <p:nvPr/>
        </p:nvSpPr>
        <p:spPr>
          <a:xfrm>
            <a:off x="4565599" y="1005840"/>
            <a:ext cx="13716" cy="2907792"/>
          </a:xfrm>
          <a:prstGeom prst="rect">
            <a:avLst/>
          </a:prstGeom>
          <a:solidFill>
            <a:srgbClr val="E5E1D8"/>
          </a:solidFill>
          <a:ln/>
        </p:spPr>
      </p:sp>
      <p:sp>
        <p:nvSpPr>
          <p:cNvPr id="36" name="Text 26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Tourist Journey</a:t>
            </a:r>
            <a:endParaRPr lang="en-US" sz="2400" dirty="0"/>
          </a:p>
        </p:txBody>
      </p:sp>
      <p:pic>
        <p:nvPicPr>
          <p:cNvPr id="4" name="Image 0" descr="/tmp/virreyes-pptx/assets/ui-touri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UI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 &gt; Earn &gt; Wallet &gt; QR</a:t>
            </a:r>
            <a:endParaRPr lang="en-US" sz="2400" dirty="0"/>
          </a:p>
        </p:txBody>
      </p:sp>
      <p:pic>
        <p:nvPicPr>
          <p:cNvPr id="4" name="Image 0" descr="/tmp/virreyes-pptx/assets/ui-reward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8229600" cy="3566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HOTEL STAFF APP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5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Scan &gt; Select reward &gt; Confirm redemption (burn SNT)</a:t>
            </a:r>
            <a:endParaRPr lang="en-US" sz="1400" dirty="0"/>
          </a:p>
        </p:txBody>
      </p:sp>
      <p:pic>
        <p:nvPicPr>
          <p:cNvPr id="4" name="Image 0" descr="/tmp/virreyes-pptx/assets/ui-staff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8229600" cy="3291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2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B1B3A"/>
          </a:solidFill>
          <a:ln/>
        </p:spPr>
      </p:sp>
      <p:sp>
        <p:nvSpPr>
          <p:cNvPr id="3" name="Shape 1"/>
          <p:cNvSpPr/>
          <p:nvPr/>
        </p:nvSpPr>
        <p:spPr>
          <a:xfrm>
            <a:off x="3813048" y="0"/>
            <a:ext cx="54864" cy="51435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Shape 2"/>
          <p:cNvSpPr/>
          <p:nvPr/>
        </p:nvSpPr>
        <p:spPr>
          <a:xfrm>
            <a:off x="1280160" y="1794510"/>
            <a:ext cx="1280160" cy="1280160"/>
          </a:xfrm>
          <a:prstGeom prst="ellipse">
            <a:avLst/>
          </a:prstGeom>
          <a:solidFill>
            <a:srgbClr val="13284F"/>
          </a:solidFill>
          <a:ln w="254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79451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343400" y="14173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VIRREYES-SINCRETICO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343400" y="2011680"/>
            <a:ext cx="4343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TRAVEL WITH PURPOSE.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LOCALS.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REWARDS.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343400" y="379476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Virreyes-Sincretico - Digital Passport &amp; Token Rewards</dc:title>
  <dc:subject>Product presentation</dc:subject>
  <dc:creator>Virreyes Sincretico</dc:creator>
  <cp:lastModifiedBy>Virreyes Sincretico</cp:lastModifiedBy>
  <cp:revision>1</cp:revision>
  <dcterms:created xsi:type="dcterms:W3CDTF">2026-07-12T20:06:22Z</dcterms:created>
  <dcterms:modified xsi:type="dcterms:W3CDTF">2026-07-12T20:06:22Z</dcterms:modified>
</cp:coreProperties>
</file>